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6/26/2025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>
              <a:defRPr sz="1700" b="1">
                <a:solidFill>
                  <a:srgbClr val="1E5AC8"/>
                </a:solidFill>
              </a:defRPr>
            </a:pPr>
            <a:r>
              <a:t>SurakshaMesh — Low-Cost Wireless Surface Mesh for Real-Time Mine Subsidence Early Warning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pPr>
              <a:defRPr sz="2800" b="1"/>
            </a:pPr>
            <a:r>
              <a:t>SMART INDIA HACKATHON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E3C"/>
                </a:solidFill>
              </a:rPr>
              <a:t>Problem Statement ID:</a:t>
            </a:r>
            <a:r>
              <a:rPr b="0" sz="1300">
                <a:solidFill>
                  <a:srgbClr val="141414"/>
                </a:solidFill>
              </a:rPr>
              <a:t> SIH26025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E3C"/>
                </a:solidFill>
              </a:rPr>
              <a:t>Problem Statement Title:</a:t>
            </a:r>
            <a:r>
              <a:rPr b="0" sz="1300">
                <a:solidFill>
                  <a:srgbClr val="141414"/>
                </a:solidFill>
              </a:rPr>
              <a:t> Development of an AI-enabled Low Cost Real Time Mine Subsidence Monitoring, Prediction and Early Warning System for Underground Coal Mines in India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E3C"/>
                </a:solidFill>
              </a:rPr>
              <a:t>Organization:</a:t>
            </a:r>
            <a:r>
              <a:rPr b="0" sz="1300">
                <a:solidFill>
                  <a:srgbClr val="141414"/>
                </a:solidFill>
              </a:rPr>
              <a:t> Coal India Limited (CIL) / Ministry of Coal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E3C"/>
                </a:solidFill>
              </a:rPr>
              <a:t>Theme:</a:t>
            </a:r>
            <a:r>
              <a:rPr b="0" sz="1300">
                <a:solidFill>
                  <a:srgbClr val="141414"/>
                </a:solidFill>
              </a:rPr>
              <a:t> Disaster Management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E3C"/>
                </a:solidFill>
              </a:rPr>
              <a:t>PS Category:</a:t>
            </a:r>
            <a:r>
              <a:rPr b="0" sz="1300">
                <a:solidFill>
                  <a:srgbClr val="141414"/>
                </a:solidFill>
              </a:rPr>
              <a:t> Hardware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E3C"/>
                </a:solidFill>
              </a:rPr>
              <a:t>Team Name:</a:t>
            </a:r>
            <a:r>
              <a:rPr b="0" sz="1300">
                <a:solidFill>
                  <a:srgbClr val="141414"/>
                </a:solidFill>
              </a:rPr>
              <a:t> SurakshaMesh (Team DhartiNode)</a:t>
            </a: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>
              <a:defRPr sz="2400" b="1"/>
            </a:pPr>
            <a:r>
              <a:t>IDEA TITLE: SurakshaMesh — Surface Mesh, First Alert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300">
                <a:solidFill>
                  <a:srgbClr val="1E5AC8"/>
                </a:solidFill>
              </a:rPr>
              <a:t>1. Proposed Solution &amp; Architecture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141414"/>
                </a:solidFill>
              </a:rPr>
              <a:t>• Autonomous wireless sensor nodes arranged in a surface mesh directly above underground coal extraction panels.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141414"/>
                </a:solidFill>
              </a:rPr>
              <a:t>• Edge Sensor Fusion: 6-Axis MEMS IMU (pitch, roll @ 50 Hz) + rolling Vibration RMS + local Active Buzzer &amp; LED alarms.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141414"/>
                </a:solidFill>
              </a:rPr>
              <a:t>• Zero-Latency Mesh: ESP-NOW peer-to-peer radio protocol -&gt; Central Gateway -&gt; Real-time Hexagonal Digital Twin Dashboard.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141414"/>
                </a:solidFill>
              </a:rPr>
              <a:t>• Working Prototype: 3 physical hardware nodes with auto-tare calibration, multi-node spatial coherence, and scheduled blast filter.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300">
                <a:solidFill>
                  <a:srgbClr val="1E5AC8"/>
                </a:solidFill>
              </a:rPr>
              <a:t>2. How It Solves Coal India's Problem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141414"/>
                </a:solidFill>
              </a:rPr>
              <a:t>• Current method: Manual monthly DGPS surveys detect subsidence post-facto (after surface houses &amp; haul roads have cracked).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141414"/>
                </a:solidFill>
              </a:rPr>
              <a:t>• SurakshaMesh: Always-on 24/7 continuous micro-movement tracking as a first-alert layer; DGPS remains periodic calibration.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300">
                <a:solidFill>
                  <a:srgbClr val="1E5AC8"/>
                </a:solidFill>
              </a:rPr>
              <a:t>3. Innovation and Uniqueness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141414"/>
                </a:solidFill>
              </a:rPr>
              <a:t>• Multi-Node Spatial Coherence: Distinguishes large-scale geological subsidence from single-point vehicle or animal noise.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141414"/>
                </a:solidFill>
              </a:rPr>
              <a:t>• Ultra-Low Cost: ₹1,500 benchtop node / ₹6,000–8,000 industrial solar field station vs ₹15+ Lakhs imported surveying gear.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141414"/>
                </a:solidFill>
              </a:rPr>
              <a:t>• Offline-First &amp; Blast-Aware: Runs standalone with local audio sirens even if internet dies; includes a 60s scheduled blast mute window.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100" b="1"/>
            </a:pPr>
            <a:r>
              <a:t>SurakshaMesh</a:t>
            </a:r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TECHNICAL APPROACH &amp; SYSTEM ARCHITECTURE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300">
                <a:solidFill>
                  <a:srgbClr val="1E5AC8"/>
                </a:solidFill>
              </a:rPr>
              <a:t>1. Technologies &amp; Hardware Stack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141414"/>
                </a:solidFill>
              </a:rPr>
              <a:t>• Hardware: ESP32 (Xtensa Dual-Core 240MHz), MPU6050 6-DOF IMU, TP4056 + 21700 LiPo (4000mAh, 3.7V) battery, Active Buzzer.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141414"/>
                </a:solidFill>
              </a:rPr>
              <a:t>• Firmware: Embedded C/C++ on FreeRTOS, native I2C register driver (400kHz), Complementary Filter (98% Gyro + 2% Accel @ 50Hz).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141414"/>
                </a:solidFill>
              </a:rPr>
              <a:t>• Software: Next.js 16 (App Router), React 19, TypeScript, Tailwind CSS, Node.js Serial-to-HTTP Gateway Bridge, Web Audio API.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300">
                <a:solidFill>
                  <a:srgbClr val="1E5AC8"/>
                </a:solidFill>
              </a:rPr>
              <a:t>2. AI &amp; Geotechnical Decision Engine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141414"/>
                </a:solidFill>
              </a:rPr>
              <a:t>• Dynamic Ground-Zero Tare: Calibrates initial resting angles to evaluate pure relative ground deflection (ΔPitch, ΔRoll).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141414"/>
                </a:solidFill>
              </a:rPr>
              <a:t>• Statistical Baseline Learning: Welford's algorithm accumulates 60 quiet samples to learn the ambient noise floor (mean &amp; std dev).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141414"/>
                </a:solidFill>
              </a:rPr>
              <a:t>• Unsupervised Anomaly Detection: Isolation Forest on multi-variate feature vector [ΔPitch, ΔRoll, PitchRate, RollRate, VibRMS, STA/LTA].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141414"/>
                </a:solidFill>
              </a:rPr>
              <a:t>• Spatial Coherence Consensus: Confirms active strata sag when 2+ adjacent nodes tilt in the same direction simultaneously.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300">
                <a:solidFill>
                  <a:srgbClr val="1E5AC8"/>
                </a:solidFill>
              </a:rPr>
              <a:t>3. Data Flow Pipeline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141414"/>
                </a:solidFill>
              </a:rPr>
              <a:t>• Surface Nodes (50Hz IMU) ──[ESP-NOW Mesh]──&gt; Central Gateway ──[Serial Bridge]──&gt; Dashboard &amp; AI Engine ──&gt; Live 3D Hex Map &amp; Audio Siren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100" b="1"/>
            </a:pPr>
            <a:r>
              <a:t>SurakshaMesh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FEASIBILITY, VIABILITY &amp; RISK MITIGATION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300">
                <a:solidFill>
                  <a:srgbClr val="1E5AC8"/>
                </a:solidFill>
              </a:rPr>
              <a:t>1. Feasibility &amp; Commercial Viability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141414"/>
                </a:solidFill>
              </a:rPr>
              <a:t>• 100% COTS Components: Uses commercially available, ruggedized hardware (ESP32, MEMS, Li-ion, sub-GHz radio).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141414"/>
                </a:solidFill>
              </a:rPr>
              <a:t>• Live Working 3-Node Prototype: Built and verified with live wireless mesh telemetry, auto-tare calibration, and audio alarms.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141414"/>
                </a:solidFill>
              </a:rPr>
              <a:t>• High Cost Feasibility: Field station at ~₹6,000–8,000 -&gt; Entire 8-node panel mesh demo under ₹60,000 (cheaper than 1 manual survey day).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300">
                <a:solidFill>
                  <a:srgbClr val="1E5AC8"/>
                </a:solidFill>
              </a:rPr>
              <a:t>2. Key Challenges &amp; Engineering Solutions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141414"/>
                </a:solidFill>
              </a:rPr>
              <a:t>• MEMS Thermal Drift: Temperature swings (15°C–45°C) cause apparent tilt -&gt; Solved via onboard MPU6050 temperature logging.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141414"/>
                </a:solidFill>
              </a:rPr>
              <a:t>• Mine Blasting False Alarms: Heavy dynamite shocks -&gt; Solved via 3s persistence filter + One-Click 60s Scheduled Blast Mode.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141414"/>
                </a:solidFill>
              </a:rPr>
              <a:t>• Radio Range in Open Mines: 2.4GHz Wi-Fi blocked by spoil heaps -&gt; Transition to Sub-GHz LoRa (SX1278 433/868 MHz) for 2–5 km range.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141414"/>
                </a:solidFill>
              </a:rPr>
              <a:t>• Weather &amp; Coal Dust: Ingress risks -&gt; IP65 weather-sealed black box enclosure with rubber gaskets and solar top lid.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100" b="1"/>
            </a:pPr>
            <a:r>
              <a:t>SurakshaMesh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IMPACT, BENEFITS &amp; SOCIAL VALUE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300">
                <a:solidFill>
                  <a:srgbClr val="1E5AC8"/>
                </a:solidFill>
              </a:rPr>
              <a:t>1. Target Audience &amp; Stakeholders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141414"/>
                </a:solidFill>
              </a:rPr>
              <a:t>• Coal India Limited (CIL) colliery managers, CMPDI survey teams, Directorate General of Mines Safety (DGMS).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141414"/>
                </a:solidFill>
              </a:rPr>
              <a:t>• Communities &amp; infrastructure located above Bord-and-Pillar / Longwall extraction panels (Jharia, Raniganj, Korba coalfields).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300">
                <a:solidFill>
                  <a:srgbClr val="1E5AC8"/>
                </a:solidFill>
              </a:rPr>
              <a:t>2. Key Benefits &amp; Real-World Value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141414"/>
                </a:solidFill>
              </a:rPr>
              <a:t>• Life Safety (Social): Early evacuation warning hours-to-days before sudden sinkhole collapse, preventing loss of life.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141414"/>
                </a:solidFill>
              </a:rPr>
              <a:t>• Operational Continuity (Economic): Prevents emergency haul road blockages, equipment burial, and multi-crore structural damage.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141414"/>
                </a:solidFill>
              </a:rPr>
              <a:t>• Disaster Containment (Environmental): Early detection of surface fissure openings prevents surface water from flooding underground seams and contains spontaneous coal seam fires.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141414"/>
                </a:solidFill>
              </a:rPr>
              <a:t>• Aatmanirbhar Bharat (Strategic): Fully indigenous, low-cost hardware and open-source software stack tailored for Indian mines.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100" b="1"/>
            </a:pPr>
            <a:r>
              <a:t>SurakshaMesh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RESEARCH, REFERENCES &amp; FINALE ROADMAP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300">
                <a:solidFill>
                  <a:srgbClr val="1E5AC8"/>
                </a:solidFill>
              </a:rPr>
              <a:t>1. 90-Day Grand Finale Execution Roadmap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141414"/>
                </a:solidFill>
              </a:rPr>
              <a:t>• LoRa Sub-GHz Mesh: Transition from ESP-NOW to SX1278 / SX1262 LoRa modules (Slotted TDMA) for 100+ nodes over a 5 km mining panel.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141414"/>
                </a:solidFill>
              </a:rPr>
              <a:t>• Solar Deep-Sleep Power: 21700 4000mAh cell + 1.5W solar lid + 10µA deep-sleep -&gt; 3–5+ years maintenance-free operation.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141414"/>
                </a:solidFill>
              </a:rPr>
              <a:t>• Crack Extensometers: Spring-loaded draw-wire sensors across surface tension cracks for millimeter-level displacement tracking.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141414"/>
                </a:solidFill>
              </a:rPr>
              <a:t>• Predictive AI Modeling: Knothe Time-Factor subsidence bowl model + small LSTM temporal forecast predicting ground sag 24–48 hours ahead.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141414"/>
                </a:solidFill>
              </a:rPr>
              <a:t>• Industrial Edge Gateway: Raspberry Pi Gateway with 4G LTE module for offline pit-office GIS maps and emergency SMS broadcasting.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300">
                <a:solidFill>
                  <a:srgbClr val="1E5AC8"/>
                </a:solidFill>
              </a:rPr>
              <a:t>2. Core References &amp; Technical Standards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141414"/>
                </a:solidFill>
              </a:rPr>
              <a:t>• Coal India Limited (CIL) SIH26025 Problem Statement Guidelines.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141414"/>
                </a:solidFill>
              </a:rPr>
              <a:t>• DGMS Technical Circulars on Ground Control &amp; Subsidence Management in Underground Coal Mines.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141414"/>
                </a:solidFill>
              </a:rPr>
              <a:t>• CMPDI Standard Guidelines on Underground Strata &amp; Surface Subsidence Prediction Curves.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141414"/>
                </a:solidFill>
              </a:rPr>
              <a:t>• Liu et al., 'Isolation Forest for Unsupervised Anomaly Detection', IEEE ICDM.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141414"/>
                </a:solidFill>
              </a:rPr>
              <a:t>• Madgwick / Mahony Sensor Fusion Algorithms for Low-Cost MEMS Attitude &amp; Heading Reference Systems.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100" b="1"/>
            </a:pPr>
            <a:r>
              <a:t>SurakshaMesh</a:t>
            </a: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7487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147</cp:revision>
  <dcterms:created xsi:type="dcterms:W3CDTF">2013-12-12T18:46:50Z</dcterms:created>
  <dcterms:modified xsi:type="dcterms:W3CDTF">2025-06-26T06:39:00Z</dcterms:modified>
  <cp:category/>
</cp:coreProperties>
</file>